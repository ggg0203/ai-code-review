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657600"/>
            <a:ext cx="3200400" cy="32004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6400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智能代码审查</a:t>
            </a:r>
            <a:endParaRPr lang="en-US" sz="4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与项目管理平台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Code Review &amp; Project Management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749040"/>
            <a:ext cx="1234440" cy="32004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7490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94560" y="3749040"/>
            <a:ext cx="1234440" cy="32004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2194560" y="37490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0" y="3749040"/>
            <a:ext cx="1234440" cy="32004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37490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120640" y="3749040"/>
            <a:ext cx="1234440" cy="32004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37490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4160520"/>
            <a:ext cx="1234440" cy="32004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1605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194560" y="4160520"/>
            <a:ext cx="1234440" cy="32004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2194560" y="41605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0" y="4160520"/>
            <a:ext cx="1234440" cy="32004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0" y="41605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uni-app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4572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年毕业答辩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项目背景与痛点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80160"/>
            <a:ext cx="64008" cy="14630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人工审查效率低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大型项目 PR 动辄数百行代码，人工审查耗时长、易遗漏，缺乏自动化工具支撑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28016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280160"/>
            <a:ext cx="64008" cy="14630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知识无法沉淀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37760" y="18288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历史审查经验和最佳实践散落在聊天记录中，新成员无法快速检索和复用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97180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971800"/>
            <a:ext cx="64008" cy="14630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108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缺乏量化指标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35204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代码质量评估依赖主观判断，缺少客观的 AI 评分、趋势分析和可视化展示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297180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971800"/>
            <a:ext cx="64008" cy="14630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3108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多端管理需求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37760" y="35204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开发者需要在 Web 后台、移动端、数据大屏等不同场景下管理项目和审查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技术架构总览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114300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64008" cy="1143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618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前端层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6459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TypeScript  ·  Ant Design 6  ·  Three.js 3D  ·  uni-app 移动端  ·  Zustand 状态管理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8046720" cy="114300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514600"/>
            <a:ext cx="64008" cy="1143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58775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后端层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97180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Python 3.13  ·  JWT 双 Token 认证  ·  RBAC 三级权限  ·  SSE 流式响应  ·  Pydantic v2 校验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8046720" cy="114300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3840480"/>
            <a:ext cx="64008" cy="1143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91363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数据层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429768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 ·  Redis 7 缓存  ·  Qdrant 向量数据库  ·  阿里百炼 AI  ·  Docker Compose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系统架构与模块划分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24688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80160"/>
            <a:ext cx="246888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417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管理后台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Ant Design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个功能页面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暗黑/亮色主题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280160"/>
            <a:ext cx="24688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280160"/>
            <a:ext cx="246888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1417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移动端 App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37560" y="17830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uni-app Vue 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个页面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跨平台编译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280160"/>
            <a:ext cx="24688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1280160"/>
            <a:ext cx="246888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0" y="1417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数据大屏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72200" y="17830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实时数据接入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OrbitControls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0" y="3108960"/>
            <a:ext cx="24688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3108960"/>
            <a:ext cx="246888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8" name="Text 16"/>
          <p:cNvSpPr/>
          <p:nvPr/>
        </p:nvSpPr>
        <p:spPr>
          <a:xfrm>
            <a:off x="3337560" y="3246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后端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37560" y="36118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个 API 端点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RBAC 认证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流式 AI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108960"/>
            <a:ext cx="24688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108960"/>
            <a:ext cx="246888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246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服务层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" y="36118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阿里百炼 deepseek-v4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代码审查 + 对话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向量检索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35040" y="3108960"/>
            <a:ext cx="24688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35040" y="3108960"/>
            <a:ext cx="246888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6" name="Text 24"/>
          <p:cNvSpPr/>
          <p:nvPr/>
        </p:nvSpPr>
        <p:spPr>
          <a:xfrm>
            <a:off x="6172200" y="3246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基础设施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172200" y="36118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Redis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+ Docker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阿里云 ECS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核心功能：AI 智能代码审查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188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提交代码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463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粘贴代码片段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选择编程语言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1737360"/>
            <a:ext cx="0" cy="365760"/>
          </a:xfrm>
          <a:prstGeom prst="line">
            <a:avLst/>
          </a:prstGeom>
          <a:noFill/>
          <a:ln w="19050">
            <a:solidFill>
              <a:srgbClr val="14B8A6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148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分析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2423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流式推送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实时打字效果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2697480"/>
            <a:ext cx="0" cy="365760"/>
          </a:xfrm>
          <a:prstGeom prst="line">
            <a:avLst/>
          </a:prstGeom>
          <a:noFill/>
          <a:ln w="19050">
            <a:solidFill>
              <a:srgbClr val="14B8A6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457200" y="315468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Markdown 报告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33832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问题分类/评分/建议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富文本渲染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" y="3657600"/>
            <a:ext cx="0" cy="365760"/>
          </a:xfrm>
          <a:prstGeom prst="line">
            <a:avLst/>
          </a:prstGeom>
          <a:noFill/>
          <a:ln w="19050">
            <a:solidFill>
              <a:srgbClr val="14B8A6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457200" y="411480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7280" y="4069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结果持久化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4343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自动评分入库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历史回溯查看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0" y="1188720"/>
            <a:ext cx="3840480" cy="3474720"/>
          </a:xfrm>
          <a:prstGeom prst="rect">
            <a:avLst/>
          </a:prstGeom>
          <a:solidFill>
            <a:srgbClr val="065A82">
              <a:alpha val="9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0" y="1371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SSE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400800" y="13716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Server-Sent Events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实时流式输出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03520" y="2194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维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400800" y="21945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Bug/性能/安全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规范/最佳实践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03520" y="3017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0.3s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6400800" y="30175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首字延迟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打字机效果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03520" y="3840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6400800" y="38404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百分制评分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自动提取保存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核心功能：RAG 知识库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463040" cy="731520"/>
          </a:xfrm>
          <a:prstGeom prst="rect">
            <a:avLst/>
          </a:prstGeom>
          <a:solidFill>
            <a:srgbClr val="065A82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代码入库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920240" y="137160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4B8A6"/>
                </a:solidFill>
              </a:rPr>
              <a:t>→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194560" y="1371600"/>
            <a:ext cx="1463040" cy="731520"/>
          </a:xfrm>
          <a:prstGeom prst="rect">
            <a:avLst/>
          </a:prstGeom>
          <a:solidFill>
            <a:srgbClr val="065A82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2194560" y="13716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向量化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1536 维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0" y="137160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4B8A6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931920" y="1371600"/>
            <a:ext cx="1463040" cy="731520"/>
          </a:xfrm>
          <a:prstGeom prst="rect">
            <a:avLst/>
          </a:prstGeom>
          <a:solidFill>
            <a:srgbClr val="1C7293">
              <a:alpha val="8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931920" y="13716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Qdrant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存储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94960" y="137160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4B8A6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669280" y="1371600"/>
            <a:ext cx="1463040" cy="731520"/>
          </a:xfrm>
          <a:prstGeom prst="rect">
            <a:avLst/>
          </a:prstGeom>
          <a:solidFill>
            <a:srgbClr val="1C7293">
              <a:alpha val="8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0" y="13716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语义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检索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132320" y="137160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4B8A6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406640" y="1371600"/>
            <a:ext cx="1463040" cy="731520"/>
          </a:xfrm>
          <a:prstGeom prst="rect">
            <a:avLst/>
          </a:prstGeom>
          <a:solidFill>
            <a:srgbClr val="14B8A6">
              <a:alpha val="8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406640" y="13716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256032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技术原理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使用阿里云百炼 text-embedding-v2 模型将代码/文档转为 1536 维向量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存入 Qdrant 向量数据库，COSINE 相似度搜索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结合 deepseek-v4-pro 大模型，基于检索上下文生成精确答案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技术亮点：SSE 流式 AI 审查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389120" cy="329184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40233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(FastAPI)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review_code_stream(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code: str, language: str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stream = await client.chat.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completions.create(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model='deepseek-v4-pro',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stream=True)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async for chunk in stream: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yield chunk.content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0" y="1188720"/>
            <a:ext cx="38404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前后端 SSE 通信流程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前端 fetch POST 请求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后端返回 StreamingResponse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ReadableStream 逐块读取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data: {...} JSON 编码传输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react-markdown 实时渲染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标题/代码块/表格/评分高亮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流结束后自动保存到 DB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评分提取 + ai_result 持久化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数据可视化：3D 实时大屏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64008" cy="8229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618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Three.js 3D 场景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57276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球体节点代表项目和审查记录，连线表示依赖关系，星空粒子背景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8229600" cy="82296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148840"/>
            <a:ext cx="64008" cy="8229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2219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实时数据接入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53288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 10 秒自动拉取后端 /api/stats 接口，节点数量和大小随数据动态变化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8229600" cy="82296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3108960"/>
            <a:ext cx="64008" cy="8229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1821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交互控制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349300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OrbitControls 鼠标旋转/缩放/平移，动态光照环绕，节点微动 + 外环旋转动画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069080"/>
            <a:ext cx="8229600" cy="82296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4069080"/>
            <a:ext cx="64008" cy="8229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1422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统计面板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445312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覆盖层展示活跃项目数、审查总数、平均 AI 评分、涉及语言等关键指标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平台能力一览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19202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5544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2194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端点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560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认证/项目/审查/AI/RAG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0" y="1371600"/>
            <a:ext cx="19202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0" y="15544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560320" y="2194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页面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560320" y="2560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 3 个新建页面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371600"/>
            <a:ext cx="19202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15544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754880" y="2194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移动端页面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2560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uni-app 跨平台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49440" y="1371600"/>
            <a:ext cx="19202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49440" y="15544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949440" y="2194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用户角色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49440" y="2560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ADMIN/REVIEWER/DEV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474720"/>
          <a:ext cx="8229600" cy="146304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层级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技术选型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前端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19 / TypeScript / Ant Design 6 / Three.js / uni-app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后端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 / Pydantic v2 / SQLAlchemy 2.0 / JWT / RBAC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阿里百炼 deepseek-v4-pro / text-embedding-v2 / SSE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数据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16 / Redis 7 / Qdrant (向量数据库)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部署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Compose / 阿里云 ECS (Ubuntu 22.04)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创新点与技术亮点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097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流式 AI 审查 + 自动回存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05840" y="146304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实时推送审查结果，流结束后自动提取评分并持久化，形成完整的审查→分析→回溯闭环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874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知识库语义检索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2402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1536 维向量嵌入 + Qdrant 近似搜索，将历史审查经验转化为可检索的知识资产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26517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数据可视化大屏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301752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原生实现（非 React Three Fiber），节点/连线/粒子实时反映平台运行状态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4290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34290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全栈多端覆盖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379476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Web + uni-app 移动端 + 3D 大屏，同一套 API 支撑三种前端，monorepo 架构统一管理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2062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05840" y="4206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企业级安全设计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45720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双 Token + RBAC 三级权限 + bcrypt 密码哈希 + 软删除，完整的认证授权体系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1828800"/>
            <a:ext cx="4572000" cy="45720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2743200"/>
            <a:ext cx="3657600" cy="36576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感谢聆听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智能代码审查与项目管理平台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React 19 · PostgreSQL · Redis · Qdrant · DeepSeek · Three.js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流式 · RAG 知识库 · 3D 大屏 · 多端覆盖 · RBAC 安全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年毕业答辩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智能代码审查与项目管理平台</dc:title>
  <dc:subject>PptxGenJS Presentation</dc:subject>
  <dc:creator>AI Code Review Team</dc:creator>
  <cp:lastModifiedBy>AI Code Review Team</cp:lastModifiedBy>
  <cp:revision>1</cp:revision>
  <dcterms:created xsi:type="dcterms:W3CDTF">2026-06-02T07:17:35Z</dcterms:created>
  <dcterms:modified xsi:type="dcterms:W3CDTF">2026-06-02T07:17:35Z</dcterms:modified>
</cp:coreProperties>
</file>